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FC3FE9C5-3C22-4362-8A4E-744CEE2991F8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F1 data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45EA81BD-78DD-464E-A7D8-ADFCBF4ECFF6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12/10/25 8:10:26 PM CST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" id="2" name="slide2">
            <a:extLst>
              <a:ext uri="{FF2B5EF4-FFF2-40B4-BE49-F238E27FC236}">
                <a16:creationId xmlns:a16="http://schemas.microsoft.com/office/drawing/2014/main" id="{5E88100C-536E-40E4-9DF8-7852608DE9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987" y="823912"/>
            <a:ext cx="85820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astest lap speed for driver" id="3" name="slide3">
            <a:extLst>
              <a:ext uri="{FF2B5EF4-FFF2-40B4-BE49-F238E27FC236}">
                <a16:creationId xmlns:a16="http://schemas.microsoft.com/office/drawing/2014/main" id="{AEC0A3C2-3861-4432-B437-0281A216F1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612" y="1328737"/>
            <a:ext cx="848677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pointing drivers" id="4" name="slide4">
            <a:extLst>
              <a:ext uri="{FF2B5EF4-FFF2-40B4-BE49-F238E27FC236}">
                <a16:creationId xmlns:a16="http://schemas.microsoft.com/office/drawing/2014/main" id="{D8B29C91-828D-45C6-BB06-BAFE00F540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950" y="176212"/>
            <a:ext cx="3848100" cy="650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st career wins" id="5" name="slide5">
            <a:extLst>
              <a:ext uri="{FF2B5EF4-FFF2-40B4-BE49-F238E27FC236}">
                <a16:creationId xmlns:a16="http://schemas.microsoft.com/office/drawing/2014/main" id="{8A7F147E-2EA7-4F78-8156-D2FA8244C0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612" y="1709737"/>
            <a:ext cx="848677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6" name="slide6">
            <a:extLst>
              <a:ext uri="{FF2B5EF4-FFF2-40B4-BE49-F238E27FC236}">
                <a16:creationId xmlns:a16="http://schemas.microsoft.com/office/drawing/2014/main" id="{7CDAA832-8BBB-4524-B3ED-34C8394F23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2025-12-11T02:10:27Z</dcterms:created>
  <dcterms:modified xsi:type="dcterms:W3CDTF">2025-12-11T02:10:27Z</dcterms:modified>
</cp:coreProperties>
</file>