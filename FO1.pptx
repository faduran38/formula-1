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1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0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slide1">
            <a:extLst>
              <a:ext uri="{FF2B5EF4-FFF2-40B4-BE49-F238E27FC236}">
                <a16:creationId xmlns:a16="http://schemas.microsoft.com/office/drawing/2014/main" id="{7D82EF77-6B2B-4A18-A654-E2B347417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Formula 1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74DE2F51-FF76-469E-A393-FF853EBC0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Faviana Duran 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Fastest lap speed for driver">
            <a:extLst>
              <a:ext uri="{FF2B5EF4-FFF2-40B4-BE49-F238E27FC236}">
                <a16:creationId xmlns:a16="http://schemas.microsoft.com/office/drawing/2014/main" id="{16EE447A-0330-4226-9B9B-57AD7DA58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1328737"/>
            <a:ext cx="98774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231"/>
    </mc:Choice>
    <mc:Fallback xmlns="">
      <p:transition spd="slow" advTm="3523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Top pointing drivers">
            <a:extLst>
              <a:ext uri="{FF2B5EF4-FFF2-40B4-BE49-F238E27FC236}">
                <a16:creationId xmlns:a16="http://schemas.microsoft.com/office/drawing/2014/main" id="{DD55DA17-B40D-49BB-987A-CC3742042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520" y="0"/>
            <a:ext cx="8748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056"/>
    </mc:Choice>
    <mc:Fallback xmlns="">
      <p:transition spd="slow" advTm="4405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Most career wins">
            <a:extLst>
              <a:ext uri="{FF2B5EF4-FFF2-40B4-BE49-F238E27FC236}">
                <a16:creationId xmlns:a16="http://schemas.microsoft.com/office/drawing/2014/main" id="{16C078A0-4396-49E8-9901-92B1700B42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1709737"/>
            <a:ext cx="98774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01"/>
    </mc:Choice>
    <mc:Fallback xmlns="">
      <p:transition spd="slow" advTm="3130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Dashboard 1">
            <a:extLst>
              <a:ext uri="{FF2B5EF4-FFF2-40B4-BE49-F238E27FC236}">
                <a16:creationId xmlns:a16="http://schemas.microsoft.com/office/drawing/2014/main" id="{64AC4FFD-AB0D-4A47-8F2C-F7B5FBAAED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85"/>
    </mc:Choice>
    <mc:Fallback xmlns="">
      <p:transition spd="slow" advTm="1468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</Words>
  <Application>Microsoft Macintosh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Formula 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Duran, Faviana A</cp:lastModifiedBy>
  <cp:revision>2</cp:revision>
  <dcterms:created xsi:type="dcterms:W3CDTF">2025-10-22T17:00:13Z</dcterms:created>
  <dcterms:modified xsi:type="dcterms:W3CDTF">2025-12-11T01:49:25Z</dcterms:modified>
</cp:coreProperties>
</file>